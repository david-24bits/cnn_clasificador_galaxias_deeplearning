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69" r:id="rId13"/>
  </p:sldIdLst>
  <p:sldSz cx="18288000" cy="10287000"/>
  <p:notesSz cx="10287000" cy="18288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538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34-acd2-8197-8000-0000c782a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47-0cf2-878c-8000-00005a86a1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41-ee12-8051-8000-000082b85a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45-b502-8998-8000-0000fd13ad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47-7e82-8ddc-8000-00007622cf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43-fe42-83c0-8000-00007c7999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56-dde2-87ae-8000-000002687a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61-c5a2-83fb-8000-000064cdf2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63-9aa2-8bd7-8000-0000df37b6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73-98e2-831e-8000-0000ec9ddb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74-5152-82f7-8000-0000670dcb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78-5a12-87a1-8000-0000abaf5e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12</Words>
  <Application>Microsoft Office PowerPoint</Application>
  <PresentationFormat>Personalizado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Arial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Galaxias: IA Clasifica el Universo</dc:title>
  <dc:subject>Deep Galaxias: IA Clasifica el Universo</dc:subject>
  <dc:creator>Kimi</dc:creator>
  <cp:lastModifiedBy>SEPULVEDA VELASQUEZ DAVID ALONSO</cp:lastModifiedBy>
  <cp:revision>2</cp:revision>
  <dcterms:created xsi:type="dcterms:W3CDTF">2025-11-30T20:55:31Z</dcterms:created>
  <dcterms:modified xsi:type="dcterms:W3CDTF">2025-12-01T02:05:37Z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{"Label":"Deep Galaxias: IA Clasifica el Universo","ContentProducer":"001191110108MACG2KBH8F10000","ProduceID":"d4map2do082t2mb91ib0","ReservedCode1":"","ContentPropagator":"001191110108MACG2KBH8F20000","PropagateID":"d4map2do082t2mb91ib0","ReservedCode2":""}</vt:lpwstr>
  </property>
</Properties>
</file>